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3716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1 (PHASE 1 DEFENSE)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Decentralized Disaster Relief &amp; Community Rescue Coordination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Engineering Defense covering Functional &amp; Non-Functional Requirements, System Architecture, UML Use Case Modeling, Relational ER Design, Modular Decomposition, Technology Stack Rationale, and Production UI Design.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977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INFORMATION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4251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 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470916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 / Roll Number : 310624104619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 &amp; Branch        : B.E. Computer Science &amp; Engineering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Milestone   : Project Review – 1 (Phase 1)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 Year          : 2025 –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39535" y="379476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3855" y="3977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TOPICS COVERED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13855" y="4279392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Topic 1: Functional &amp; Non-Functional Requirements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Topic 2: System Architecture &amp; Multi-Tier Topology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Topic 3: UML Use Case Diagram &amp; Actor Relationships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Topic 4: ER Diagram &amp; Normalized Database Schema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Topic 5: Module Description &amp; Operational Pipelines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Topic 6: Technology Stack &amp; Architectural Trade-offs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Topic 7: UI Design Wireframes &amp; Incident Dashboards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92608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20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Review–1 Presentation Agenda &amp; Structural Roadmap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walk-through of the 7 core engineering deliverables evaluated in Phase 1.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291072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3642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| Real-Time Decentralized Disaster Relief Platform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6364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Review–1 | Candidate: Sanjay K (Reg No: 310624104619) | Dept of CSE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2895" y="63642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527243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1673352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17099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167335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508760" y="1965960"/>
            <a:ext cx="4343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SRS establishing 6 core system capabilities and 6 empirical constraints (latency &lt;100ms, GPS accuracy ≤10m, ACID isolation).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31520" y="2651760"/>
            <a:ext cx="527243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2816352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8529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281635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508760" y="3108960"/>
            <a:ext cx="4343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4-tier topology integrating Client SPA, Socket.IO Real-Time Bus, Express Application Engine, and PostgreSQL Persistence.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31520" y="3794760"/>
            <a:ext cx="527243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" y="3959352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9959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395935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508760" y="4251960"/>
            <a:ext cx="4343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behavioral modeling mapping 4 actors (Citizen, Volunteer, Commander, Admin) across 24 operational use cases and associations.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31520" y="4937760"/>
            <a:ext cx="527243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6112" y="5102352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51389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08760" y="510235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Schema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508760" y="5394960"/>
            <a:ext cx="4343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3NF relational data model with primary keys, foreign key constraints, check rules, and spatial coordinate indexing.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186830" y="1508760"/>
            <a:ext cx="527243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1422" y="1673352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1422" y="17099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64070" y="167335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64070" y="1965960"/>
            <a:ext cx="4343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breakdown of Citizen SOS, Volunteer Engine, Command Force Dispatcher, and GIS Tactical Map with workflow algorithms.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186830" y="2651760"/>
            <a:ext cx="527243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1422" y="2816352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1422" y="28529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64070" y="281635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4070" y="3108960"/>
            <a:ext cx="4343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justification for React 18, TypeScript, Tailwind CSS, Leaflet.js, Node.js, Express, Socket.IO, and PostgreSQL.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6186830" y="3794760"/>
            <a:ext cx="527243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1422" y="3959352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1422" y="39959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64070" y="395935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&amp; Wireframes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964070" y="4251960"/>
            <a:ext cx="4343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responsive interfaces for Citizen SOS, Volunteer Board, Incident Command Room, and Full-Screen GIS Tactical Map.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186830" y="4937760"/>
            <a:ext cx="5272430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9710" y="5074920"/>
            <a:ext cx="49066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MILESTONE COMPLETION STATUS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69710" y="5321808"/>
            <a:ext cx="49066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Review–1 modules have been modeled, documented, and fully integrated with a working live prototype, achieving 100% on-time milestone delivery according to department review standards.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92608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20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• REQUIREMENTS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Functional Requirements (FR) Specification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functional capabilities defining user distress capture, community aid, and agency dispatch.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291072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3642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| Real-Time Decentralized Disaster Relief Platform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6364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Review–1 | Candidate: Sanjay K (Reg No: 310624104619) | Dept of CSE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2895" y="63642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655064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FFF1F2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67335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FR–01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37360" y="167335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CRITICAL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1947672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Zero-Friction Citizen SOS Distress Capture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240280"/>
            <a:ext cx="49066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victims to initiate distress calls in &lt;3 clicks. Auto-captures W3C GPS telemetry (latitude, longitude, accuracy) with interactive Leaflet pin-drop fallback. Collects emergency category (Rescue, Medical, Food, Shelter), trapped headcount, and landmark descriptions.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186830" y="150876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69710" y="1655064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9525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9710" y="167335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FR–02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92670" y="167335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69710" y="1947672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"I Will Go and Help" Hybrid Dispatch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69710" y="2240280"/>
            <a:ext cx="49066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 any registered citizen to toggle into field volunteer mode. Provides a geo-filtered feed of active distress signals within a 10 km radius, lets volunteers declare available rescue assets (boats, 4x4, first-aid), claim tickets, and input expected ETA.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31520" y="301752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3163824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18211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FR–03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37360" y="31821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CRITICAL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Proximity-Sorted Force Routing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3749040"/>
            <a:ext cx="49066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great-circle geodesic distances between distress coordinates and available NDRF, SDRF, and Fire &amp; Rescue battalions. Automatically ranks official units in ascending distance order for rapid military/paramilitary force deployment.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186830" y="301752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69710" y="3163824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9710" y="318211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FR–04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92670" y="31821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CRITICAL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69710" y="3456432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30-Minute SLA Escalation Daemon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69710" y="3749040"/>
            <a:ext cx="49066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daemon continuously tracks ticket lifecycles. Any ticket remaining unassigned or unbacked beyond 30 minutes escalates automatically to CRITICAL_BREACH status, triggering priority video-wall flashing and audible warning sirens.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731520" y="452628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4672584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6908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FR–05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737360" y="46908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14400" y="4965192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GIS Tactical Map &amp; Hazard Geofencing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4400" y="5257800"/>
            <a:ext cx="49066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an interactive multi-layer OpenStreetMap display with clustered incident markers, relief center capacities, and dynamic circular evacuation hazard zones (red/orange) based on calamity severity parameters.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6186830" y="452628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69710" y="4672584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9525">
            <a:solidFill>
              <a:srgbClr val="4338C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9710" y="46908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FR–06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92670" y="46908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69710" y="4965192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Alert &amp; Web Audio Broadcasting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69710" y="5257800"/>
            <a:ext cx="49066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authorized command personnel to broadcast emergency evacuation orders. Pushes real-time alerts across active WebSocket client sessions and synthesizes two-tone emergency warning chimes using the W3C Web Audio API.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92608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20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• REQUIREMENTS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Non-Functional Requirements (NFR) Benchmarks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Stringent quantitative performance, security, availability, and reliability constraints.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291072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3642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| Real-Time Decentralized Disaster Relief Platform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6364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Review–1 | Candidate: Sanjay K (Reg No: 310624104619) | Dept of CSE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2895" y="63642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655064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6733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0" y="1655064"/>
            <a:ext cx="16148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1947672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Event Latency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240280"/>
            <a:ext cx="49066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mutations (distress ticket created, volunteer committed, force dispatched) must propagate to all connected active client dashboards within 100 ms across regional WebSocket rooms.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186830" y="150876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69710" y="1655064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9710" y="16733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661550" y="1655064"/>
            <a:ext cx="16148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Sockets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69710" y="1947672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Socket Throughput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69710" y="2240280"/>
            <a:ext cx="49066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asynchronous Node.js event-driven gateway must handle at least 5,000 simultaneous persistent socket connections during sudden natural calamity surges without packet loss.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31520" y="301752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3163824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1821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06240" y="3163824"/>
            <a:ext cx="16148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Meters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Geolocation Accuracy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3749040"/>
            <a:ext cx="49066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distress coordinates captured via W3C Geolocation API must maintain a circular error probable of ≤10 meters, supported by an interactive map pin repositioning mechanism.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186830" y="301752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69710" y="3163824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9710" y="31821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61550" y="3163824"/>
            <a:ext cx="16148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69710" y="3456432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RBAC Security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69710" y="3749040"/>
            <a:ext cx="49066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enforced via tamper-proof JWT tokens across 4 roles (CITIZEN, VOLUNTEER, GOV, ADMIN). Passwords hashed using bcrypt with salt rounds ≥ 10.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731520" y="452628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4672584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6908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206240" y="4672584"/>
            <a:ext cx="16148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4400" y="4965192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&amp; Offline Fallback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4400" y="5257800"/>
            <a:ext cx="49066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must support stateless failover. Client application caches submitted tickets locally during cellular dropouts and automatically syncs upon reconnection.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6186830" y="452628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69710" y="4672584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9710" y="46908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661550" y="4672584"/>
            <a:ext cx="16148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Isolation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69710" y="4965192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Relational Transaction Locking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69710" y="5257800"/>
            <a:ext cx="49066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transactions must execute atomic row locks during ticket dispatch, preventing race conditions where multiple volunteers or teams attempt to claim the same ticket.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92608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20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•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System Architecture &amp; Multi-Tier Topology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Decoupled, modular 4-tier structural architecture engineered for real-time high-throughput operations.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291072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3642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| Real-Time Decentralized Disaster Relief Platform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6364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Review–1 | Candidate: Sanjay K (Reg No: 310624104619) | Dept of CSE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2895" y="63642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2499055" cy="4526280"/>
          </a:xfrm>
          <a:prstGeom prst="roundRect">
            <a:avLst>
              <a:gd name="adj" fmla="val 2195"/>
            </a:avLst>
          </a:prstGeom>
          <a:solidFill>
            <a:srgbClr val="F5F3FF"/>
          </a:solidFill>
          <a:ln w="1524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1645920"/>
            <a:ext cx="2224735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691640"/>
            <a:ext cx="22247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PRESENTATION LAYER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1874520"/>
            <a:ext cx="222473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Single-Page Application (SPA)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68680" y="2176272"/>
            <a:ext cx="2224735" cy="0"/>
          </a:xfrm>
          <a:prstGeom prst="line">
            <a:avLst/>
          </a:prstGeom>
          <a:noFill/>
          <a:ln w="9525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286000"/>
            <a:ext cx="2224735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18 + TypeScript Component Tree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 Responsive Design System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Leaflet GIS Mapping &amp; Marker Clusters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Audio API Synthesizer (Warning Chimes)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W3C Geolocation Browser Sensor API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LocalStorage Ticket Queue Cache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13455" y="1508760"/>
            <a:ext cx="2499055" cy="4526280"/>
          </a:xfrm>
          <a:prstGeom prst="roundRect">
            <a:avLst>
              <a:gd name="adj" fmla="val 2195"/>
            </a:avLst>
          </a:prstGeom>
          <a:solidFill>
            <a:srgbClr val="FFFBEB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50615" y="1645920"/>
            <a:ext cx="2224735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0615" y="1691640"/>
            <a:ext cx="22247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REAL-TIME EVENT BUS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50615" y="1874520"/>
            <a:ext cx="222473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Persistent Gateway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550615" y="2176272"/>
            <a:ext cx="2224735" cy="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50615" y="2286000"/>
            <a:ext cx="2224735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Bidirectional Full-Duplex WebSockets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Sector-based Room Partitioning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Event: `ticket:created` (Instant Dispatch)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Event: `ticket:volunteer_en_route`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Event: `force:deployed` &amp; `alert:broadcast`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Heartbeats &amp; Reconnection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95390" y="1508760"/>
            <a:ext cx="2499055" cy="4526280"/>
          </a:xfrm>
          <a:prstGeom prst="roundRect">
            <a:avLst>
              <a:gd name="adj" fmla="val 2195"/>
            </a:avLst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2550" y="1645920"/>
            <a:ext cx="2224735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2550" y="1691640"/>
            <a:ext cx="22247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APPLICATION SERVICES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32550" y="1874520"/>
            <a:ext cx="222473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Express &amp; Micro-Engines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232550" y="2176272"/>
            <a:ext cx="2224735" cy="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2550" y="2286000"/>
            <a:ext cx="2224735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 Endpoints with CORS &amp; Sanitization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Role-Based Authorization Middleware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Haversine Geodesic Distance Matrix Ranker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30-Minute SLA Escalation Daemon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Multi-Agency Force Dispatch Controller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Emergency Broadcast Distribution Router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778240" y="1508760"/>
            <a:ext cx="2499055" cy="4526280"/>
          </a:xfrm>
          <a:prstGeom prst="roundRect">
            <a:avLst>
              <a:gd name="adj" fmla="val 2195"/>
            </a:avLst>
          </a:prstGeom>
          <a:solidFill>
            <a:srgbClr val="ECFDF5"/>
          </a:solidFill>
          <a:ln w="15240">
            <a:solidFill>
              <a:srgbClr val="0478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15400" y="1645920"/>
            <a:ext cx="2224735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15400" y="1691640"/>
            <a:ext cx="22247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4: PERSISTENCE &amp; DATA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915400" y="1874520"/>
            <a:ext cx="222473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Relational DB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915400" y="2176272"/>
            <a:ext cx="2224735" cy="0"/>
          </a:xfrm>
          <a:prstGeom prst="line">
            <a:avLst/>
          </a:prstGeom>
          <a:noFill/>
          <a:ln w="9525">
            <a:solidFill>
              <a:srgbClr val="A7F3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15400" y="2286000"/>
            <a:ext cx="2224735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Normalized Relational Entities (3NF)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Row-Level Locking (Prevents Double Dispatch)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Foreign Key Constraints &amp; Cascade Rules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Spatial Coordinate Indexing (lat, lng)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Comprehensive Audit Log Trail Table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Persistent Real-Time Disaster State Storage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82112" y="3566160"/>
            <a:ext cx="27432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82112" y="35204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61304" y="3566160"/>
            <a:ext cx="27432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61304" y="35204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49640" y="3566160"/>
            <a:ext cx="27432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49640" y="35204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92608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20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• BEHAVIORAL MODELING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UML Use Case Diagram &amp; Actor Relationships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functional modeling mapping 4 primary actors across system boundaries.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291072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3642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| Real-Time Decentralized Disaster Relief Platform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6364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Review–1 | Candidate: Sanjay K (Reg No: 310624104619) | Dept of CSE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2895" y="63642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2377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6459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AFFECTED CITIZEN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192024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Emergency SOS Ticket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&lt;&lt;include&gt;&gt; Auto-detect GPS Pin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&lt;&lt;include&gt;&gt; Specify Headcount &amp; Type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Live Response Tracker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Locate Safe Relief Centers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&lt;&lt;extend&gt;&gt; Switch to Volunteer Mode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2377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023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COMMUNITY VOLUNTEER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42976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Register Equipment (Boats, 4x4, Medic)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Active Distress Calls (&lt;10 km)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Commit "I Will Go and Help"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Estimated Arrival ETA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In-App Victim Contacting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Field Resolution Status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83280" y="1508760"/>
            <a:ext cx="5425135" cy="4526280"/>
          </a:xfrm>
          <a:prstGeom prst="roundRect">
            <a:avLst>
              <a:gd name="adj" fmla="val 1212"/>
            </a:avLst>
          </a:prstGeom>
          <a:solidFill>
            <a:srgbClr val="F1F5F9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645920"/>
            <a:ext cx="5059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BOUNDARY: ReliefLink Disaster Platform 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2057400"/>
            <a:ext cx="2377440" cy="594360"/>
          </a:xfrm>
          <a:prstGeom prst="roundRect">
            <a:avLst>
              <a:gd name="adj" fmla="val 46154"/>
            </a:avLst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16712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UC-1: Emergency Distress Ticket Ingestion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17920" y="2057400"/>
            <a:ext cx="2377440" cy="594360"/>
          </a:xfrm>
          <a:prstGeom prst="roundRect">
            <a:avLst>
              <a:gd name="adj" fmla="val 46154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16712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UC-2: Haversine Proximity Ranking Engine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0" y="2926080"/>
            <a:ext cx="2377440" cy="594360"/>
          </a:xfrm>
          <a:prstGeom prst="roundRect">
            <a:avLst>
              <a:gd name="adj" fmla="val 46154"/>
            </a:avLst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0358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UC-3: Citizen-Volunteer Mission Claim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17920" y="2926080"/>
            <a:ext cx="2377440" cy="594360"/>
          </a:xfrm>
          <a:prstGeom prst="roundRect">
            <a:avLst>
              <a:gd name="adj" fmla="val 46154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0358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UC-4: Paramilitary Force Unit Dispatch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0" y="3794760"/>
            <a:ext cx="2377440" cy="594360"/>
          </a:xfrm>
          <a:prstGeom prst="roundRect">
            <a:avLst>
              <a:gd name="adj" fmla="val 46154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39044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UC-5: Automated 30-Min SLA Escalation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3794760"/>
            <a:ext cx="2377440" cy="594360"/>
          </a:xfrm>
          <a:prstGeom prst="roundRect">
            <a:avLst>
              <a:gd name="adj" fmla="val 46154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9044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UC-6: GIS Hazard Geofencing &amp; Spatial Layers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37760" y="4663440"/>
            <a:ext cx="2377440" cy="594360"/>
          </a:xfrm>
          <a:prstGeom prst="roundRect">
            <a:avLst>
              <a:gd name="adj" fmla="val 46154"/>
            </a:avLst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47731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UC-7: Multi-Channel Audio Emergency Broadcast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082735" y="1508760"/>
            <a:ext cx="2377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19895" y="16459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INCIDENT COMMANDER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219895" y="192024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Incident Triage &amp; Queue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SLA Escalation Watcher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Dispatch Paramilitary Force Backup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 Evacuation Warning Audio Alert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Reallocate Relief Camp Supplies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Inter-District Status Analytics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082735" y="3886200"/>
            <a:ext cx="2377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047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19895" y="4023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SYSTEM ADMINISTRATOR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19895" y="42976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&amp; Permission Configuration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Provision Relief Centers &amp; Capacity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Draw Hazard Evacuation Geofences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Log Inspection &amp; Security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Integrity Backups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WebSocket Traffic &amp; Gateway Health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92608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20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• DATA MODELING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Entity-Relationship (ER) Schema &amp; Architecture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relational entities, primary/foreign keys, and cardinality relationships.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291072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3642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| Real-Time Decentralized Disaster Relief Platform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6364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Review–1 | Candidate: Sanjay K (Reg No: 310624104619) | Dept of CSE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2895" y="63642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1508760"/>
            <a:ext cx="3337560" cy="320040"/>
          </a:xfrm>
          <a:prstGeom prst="roundRect">
            <a:avLst>
              <a:gd name="adj" fmla="val 1428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5636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USERS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189280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: UUID (PK)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8680" y="2130552"/>
            <a:ext cx="3063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1945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: VARCHAR(100)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: VARCHAR(120) [UNIQUE]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 : VARCHAR(255)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: ENUM(CITIZEN,VOLUNTEER,GOV,ADMIN)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 : VARCHAR(20)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 : TEXT[]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: TIMESTAMP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425696" y="150876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25696" y="1508760"/>
            <a:ext cx="3337560" cy="320040"/>
          </a:xfrm>
          <a:prstGeom prst="roundRect">
            <a:avLst>
              <a:gd name="adj" fmla="val 14286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7136" y="15636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DISASTER_REQUESTS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62856" y="189280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: UUID (PK)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62856" y="2130552"/>
            <a:ext cx="3063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2856" y="21945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citizen_id : UUID (FK -&gt; users.id)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: ENUM(RESCUE,MEDICAL,FOOD,SHELTER)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urgency : ENUM(CRITICAL,HIGH,MEDIUM)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lat, lng : NUMERIC(9,6) [INDEX]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: ENUM(PENDING,CLAIMED,RESOLVED)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volunteer_id : UUID (FK -&gt; users.id)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rescue_team_id : UUID (FK -&gt; rescue_teams.id)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8119872" y="150876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1508760"/>
            <a:ext cx="3337560" cy="320040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1312" y="15636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RESCUE_TEAMS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57032" y="189280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: UUID (PK)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57032" y="2130552"/>
            <a:ext cx="3063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57032" y="21945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: VARCHAR(100)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 : ENUM(NDRF,SDRF,FIRE,MILITARY)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current_lat, current_lng : NUMERIC(9,6)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: ENUM(AVAILABLE,DISPATCHED)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contact_phone : VARCHAR(20)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 : INTEGER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assigned_ticket_id : UUID (FK)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731520" y="388620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0478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3886200"/>
            <a:ext cx="3337560" cy="320040"/>
          </a:xfrm>
          <a:prstGeom prst="roundRect">
            <a:avLst>
              <a:gd name="adj" fmla="val 14286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94106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RELIEF_CENTRES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427024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: UUID (PK)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68680" y="4507992"/>
            <a:ext cx="3063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57200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: VARCHAR(120)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district : VARCHAR(80)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latitude, longitude : NUMERIC(9,6)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total_capacity : INTEGER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current_occupancy : INTEGER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supplies_status : VARCHAR(50)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contact_phone : VARCHAR(20)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425696" y="388620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25696" y="3886200"/>
            <a:ext cx="3337560" cy="320040"/>
          </a:xfrm>
          <a:prstGeom prst="roundRect">
            <a:avLst>
              <a:gd name="adj" fmla="val 1428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17136" y="394106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HAZARD_ZONES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62856" y="427024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: UUID (PK)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62856" y="4507992"/>
            <a:ext cx="3063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62856" y="457200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: VARCHAR(100)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 : ENUM(RED,ORANGE,YELLOW)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center_lat, center_lng : NUMERIC(9,6)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radius_km : NUMERIC(5,2)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evacuation_status : VARCHAR(50)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issued_by : UUID (FK -&gt; users.id)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8119872" y="388620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19872" y="3886200"/>
            <a:ext cx="3337560" cy="320040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11312" y="394106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EMERGENCY_BROADCASTS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257032" y="427024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: UUID (PK)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257032" y="4507992"/>
            <a:ext cx="3063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57032" y="457200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author_id : UUID (FK -&gt; users.id)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: VARCHAR(150)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: TEXT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 : ENUM(EXTREME,SEVERE,INFO)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affected_districts : TEXT[]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audio_chime_triggered : BOOLEAN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: TIMESTAMP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92608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20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• DATA MODELING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Relational Database Data Dictionary &amp; Integrity Rules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table structure, data constraints, cascade actions, and indexing strategy.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291072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3642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| Real-Time Decentralized Disaster Relief Platform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6364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Review–1 | Candidate: Sanjay K (Reg No: 310624104619) | Dept of CSE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2895" y="63642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28655" cy="452628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3504895"/>
                <a:gridCol w="1645920"/>
                <a:gridCol w="2743200"/>
              </a:tblGrid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Table Name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Primary Key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Foreign Keys &amp; Constraints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Cardinality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Indexing &amp; Performance Rule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</a:rPr>
                        <a:t>users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id (UUID)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UNIQUE(email); CHECK(role IN (CITIZEN, VOLUNTEER, GOV, ADMIN))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1 : N with disaster_requests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B-Tree Index on email; Hash index on role for quick session lookup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</a:rPr>
                        <a:t>disaster_requests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id (UUID)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FK(citizen_id) -&gt; users(id); FK(volunteer_id) -&gt; users(id); FK(rescue_team_id) -&gt; rescue_teams(id)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 : 1 with users</a:t>
                      </a:r>
                      <a:endParaRPr lang="en-US" sz="8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 : 1 with rescue_teams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Composite B-Tree on (latitude, longitude); Status index for triage queries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</a:rPr>
                        <a:t>rescue_teams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id (UUID)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CHECK(agency IN (NDRF, SDRF, FIRE, MILITARY)); CHECK(capacity &gt; 0)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1 : N with disaster_requests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Spatial index on current coordinates; Partial index WHERE status = AVAILABLE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</a:rPr>
                        <a:t>relief_centers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id (UUID)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CHECK(current_occupancy &lt;= total_capacity); NOT NULL on coordinates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Stand-alone reference entity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Spatial composite index on (latitude, longitude) for distance radius checks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</a:rPr>
                        <a:t>hazard_zones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id (UUID)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FK(issued_by) -&gt; users(id) ON DELETE RESTRICT; CHECK(radius_km &gt; 0)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 : 1 with users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Active hazard geofence index; Severity priority ordering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</a:rPr>
                        <a:t>emergency_broadcasts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id (UUID)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FK(author_id) -&gt; users(id) WHERE role IN (GOV, ADMIN)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 : 1 with users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B-Tree Index on created_at DESC for instant emergency alert fanout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92608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20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• MODULE BREAKDOWN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Module Description (Part 1: Citizen SOS &amp; Volunteer Engine)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breakdown of inputs, processing pipelines, algorithms, and outputs.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291072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3642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| Real-Time Decentralized Disaster Relief Platform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6364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Review–1 | Candidate: Sanjay K (Reg No: 310624104619) | Dept of CSE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2895" y="63642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527243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691640"/>
            <a:ext cx="4906670" cy="411480"/>
          </a:xfrm>
          <a:prstGeom prst="roundRect">
            <a:avLst>
              <a:gd name="adj" fmla="val 8889"/>
            </a:avLst>
          </a:prstGeom>
          <a:solidFill>
            <a:srgbClr val="FFF1F2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783080"/>
            <a:ext cx="49066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CITIZEN EMERGENCY SOS DISTRESS INGESTION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240280"/>
            <a:ext cx="490667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Telemetry: Citizen name, mobile contact, emergency urgency type (Rescue, Medical, Food, Shelter), trapped victim headcount, and landmark.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Geolocation Triangulation: Interrogates W3C HTML5 navigator.geolocation API with high-accuracy mode; offers fallback interactive map pin draggable tool.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Step-by-Step Processing Pipeline: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Client SPA constructs payload and sends HTTP POST `/api/distress`.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Express middleware verifies JWT and sanitizes coordinate boundaries.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Ticket stored in PostgreSQL with status = PENDING and UTC timestamp.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Socket.IO gateway emits `ticket:created` event across regional sector room.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30-Minute SLA background countdown starts.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Instant SOS tracking token, persistent database record, visual live status tracking bar for victim, and real-time pin broadcast on all tactical maps.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86830" y="1508760"/>
            <a:ext cx="527243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5240">
            <a:solidFill>
              <a:srgbClr val="4338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9710" y="1691640"/>
            <a:ext cx="4906670" cy="41148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9525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9710" y="1783080"/>
            <a:ext cx="49066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COMMUNITY "I WILL GO AND HELP" ACTION ENGINE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69710" y="2240280"/>
            <a:ext cx="490667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Telemetry: Volunteer ID, operational equipment (Inflatable Boat, 4x4 Truck, First-Aid Kit), estimated arrival ETA, and responder operational notes.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Geo-Filtering: Real-time Haversine algorithm scans distress tickets within a 10 km radius of the volunteer current position.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Step-by-Step Processing Pipeline: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Volunteer clicks "I Will Go and Help" on prioritized distress card.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Modal captures arrival ETA (e.g. 15 mins) and operational assets.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Atomic SQL transaction transitions ticket to `VOLUNTEER_ASSIGNED`.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WebSocket bus broadcasts `ticket:volunteer_en_route` to Command Room.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Victim phone browser receives toast alert with volunteer contact and ETA.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 Safeguard: Tickets claimed by citizen volunteers without official agency support are marked as "Unbacked", alerting Command to dispatch force backup.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92608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20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• MODULE BREAKDOWN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Module Description (Part 2: Command &amp; Tactical Map)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dispatch algorithms, SLA finite-state machine, and GIS layers.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291072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3642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| Real-Time Decentralized Disaster Relief Platform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6364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Review–1 | Candidate: Sanjay K (Reg No: 310624104619) | Dept of CSE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2895" y="63642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527243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691640"/>
            <a:ext cx="4906670" cy="41148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783080"/>
            <a:ext cx="49066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GOVERNMENT RAPID FORCE DISPATCHER &amp; SLA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240280"/>
            <a:ext cx="490667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Incident Triage Matrix: Organizes distress tickets by severity (CRITICAL, HIGH, MEDIUM) and displays live count of unbacked citizen volunteers.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Proximity Ranking Formulation: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Evaluates Haversine distance from incident to all available NDRF/SDRF units.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Ranks units in ascending distance order for rapid force allocation.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30-Minute SLA State Machine: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`PENDING` (0-25 mins): Normal response queue.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`ESCALATING` (25-30 mins): Visual amber warning on command video wall.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`CRITICAL_BREACH` (&gt;30 mins): Pulsing red alert and audible siren triggers.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Official Force Dispatch: Commander triggers 1-click deployment, transmits tactical operational orders to battalion, and assigns team to ticket.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86830" y="1508760"/>
            <a:ext cx="527243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5240">
            <a:solidFill>
              <a:srgbClr val="0478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9710" y="1691640"/>
            <a:ext cx="4906670" cy="41148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9710" y="1783080"/>
            <a:ext cx="49066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GIS TACTICAL MAP &amp; REGIONAL ALERT BROADCAST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69710" y="2240280"/>
            <a:ext cx="490667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Leaflet GIS Engine: Displays vector OpenStreetMap cartography with marker clustering for high-density crisis theaters.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Hazard Geofencing: Renders circular polygons with red/amber boundary fills indicating flood zones, landslides, or chemical evacuation perimeters.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Relief Shelter Telemetry: Live visual capacity gauges (e.g. 340/500 beds), food/medical supply levels, and direct one-touch driving route navigation.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Audio Emergency Chimes: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Upon receiving an authorized government emergency evacuation broadcast, client browser synthesizes two-tone (440 Hz / 880 Hz) audio alerts.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Overcomes silent screen blind-spots during nighttime calamity emergencies.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92608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20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 • TECHNOLOGY STACK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Technology Stack &amp; Architectural Selection Justification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comparative evaluation and trade-off rationale for every stack component.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291072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3642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| Real-Time Decentralized Disaster Relief Platform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6364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Review–1 | Candidate: Sanjay K (Reg No: 310624104619) | Dept of CSE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2895" y="63642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28655" cy="452628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926080"/>
                <a:gridCol w="4144975"/>
              </a:tblGrid>
              <a:tr h="5657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System Tier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Technology Selected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Role in ReliefLink Architecture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Architectural Selection Justification / Trade-Off Analysis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</a:rPr>
                        <a:t>Frontend UI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React 18 + TypeScript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Reactive component-driven user interface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Enforces compile-time type safety; prevents catastrophic runtime null pointer errors during emergency dispatch operations.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</a:rPr>
                        <a:t>Styling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Tailwind CSS v4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Utility-first responsive layout engine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Zero CSS runtime overhead; guarantees sub-second load times even on degraded 2G/3G mobile networks in disaster zones.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</a:rPr>
                        <a:t>Geospatial GIS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Leaflet.js + OpenStreetMap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Interactive map, markers, and circular geofences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Lightweight (42 KB footprint); open-source cartography with zero proprietary API key limits or billing interruptions.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</a:rPr>
                        <a:t>Real-Time Bus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Socket.IO (WebSockets)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Full-duplex bidirectional event transport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Sub-100ms event delivery with automatic fallback to HTTP long-polling during intermittent network degradation.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</a:rPr>
                        <a:t>Backend Server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Node.js &amp; Express.js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REST API, Haversine ranker, SLA daemon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Non-blocking I/O event loop handles high-concurrency ticket surges without thread-pool starvation.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</a:rPr>
                        <a:t>Persistence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PostgreSQL Relational DB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ACID-compliant storage for incidents &amp; teams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Row-level locking guarantees zero race conditions; relational foreign keys prevent orphaned distress records.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</a:rPr>
                        <a:t>Audio Alerts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W3C Web Audio API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Synthesized emergency siren chime triggers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Generates client-side pure frequency tones without downloading large MP3 assets across congested disaster cellular towers.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92608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20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• UI / UX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UI Design (Part 1: Citizen SOS &amp; Volunteer Interfaces)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cognitive load human-centric design engineered for extreme distress scenarios.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291072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3642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| Real-Time Decentralized Disaster Relief Platform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6364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Review–1 | Candidate: Sanjay K (Reg No: 310624104619) | Dept of CSE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2895" y="63642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527243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91640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EMERGENCY SOS DISTRESS INTERFACE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2011680"/>
            <a:ext cx="4906670" cy="164592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148840"/>
            <a:ext cx="1051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24028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40280" y="2148840"/>
            <a:ext cx="1051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224028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83280" y="2148840"/>
            <a:ext cx="1051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24028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/ WATER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26280" y="2148840"/>
            <a:ext cx="1051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24028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097280" y="2697480"/>
            <a:ext cx="21945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276148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📍 13.0827° N, 80.2707° E (±4m)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74720" y="2697480"/>
            <a:ext cx="2148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76148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Trapped Victims: [ 4 ]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97280" y="3182112"/>
            <a:ext cx="4526280" cy="365760"/>
          </a:xfrm>
          <a:prstGeom prst="roundRect">
            <a:avLst>
              <a:gd name="adj" fmla="val 10000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24612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IMMEDIATE EMERGENCY SOS (ONE-CLICK)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3794760"/>
            <a:ext cx="490667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Cognitive Load Optimization: Large high-contrast touch targets; requires zero typing during acute crisis panic.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GPS Sensor: Detects high-precision W3C geolocation in under 3 seconds with draggable rooftop pin correction.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Ticket Status Tracker: Transitions smoothly across PENDING -&gt; ASSIGNED -&gt; IN_PROGRESS -&gt; RESOLVED with ETA countdown.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186830" y="1508760"/>
            <a:ext cx="527243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5240">
            <a:solidFill>
              <a:srgbClr val="4338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9710" y="1691640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VOLUNTEER ACTION BOARD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69710" y="2011680"/>
            <a:ext cx="4906670" cy="164592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52590" y="210312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RESCUE DISTRESS #TKT-8492 | 1.8 km Away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52590" y="2359152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Victim: Ramesh Kumar | Phone: +91 98401 23456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42, Velachery Main Road, Chennai (Water level 4 ft)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Trapped: 3 Elderly Persons + 1 Child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552590" y="3063240"/>
            <a:ext cx="4526280" cy="457200"/>
          </a:xfrm>
          <a:prstGeom prst="roundRect">
            <a:avLst>
              <a:gd name="adj" fmla="val 80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2590" y="3172968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"I WILL GO AND HELP" (DECLARE ETA &amp; ASSETS)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69710" y="3794760"/>
            <a:ext cx="490667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Distance-Sorted Mission Stream: Ranks distress tickets by geodesic proximity so volunteers rescue closest victims first.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Modal Commitment Flow: Captures ETA (10, 15, 20 mins) and equipment (Boat, 4x4) to coordinate with government forces.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VoIP/Tel Hook: Instant 1-click dialer links responder directly with the trapped citizen.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92608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20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• UI / UX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UI Design (Part 2: Command Room &amp; GIS Tactical Map)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operational dashboards designed for emergency command video walls.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291072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3642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| Real-Time Decentralized Disaster Relief Platform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6364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Review–1 | Candidate: Sanjay K (Reg No: 310624104619) | Dept of CSE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2895" y="63642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527243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91640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INCIDENT COMMAND ROOM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2011680"/>
            <a:ext cx="1143000" cy="59436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0848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3591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SOS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39696" y="2011680"/>
            <a:ext cx="1143000" cy="59436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9696" y="20848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39696" y="23591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UNBACKED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364992" y="2011680"/>
            <a:ext cx="1143000" cy="59436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20848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Active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23591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NDRF UNITS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90288" y="2011680"/>
            <a:ext cx="1143000" cy="59436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20848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90288" y="23591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CAP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14400" y="2743200"/>
            <a:ext cx="4906670" cy="868680"/>
          </a:xfrm>
          <a:prstGeom prst="roundRect">
            <a:avLst>
              <a:gd name="adj" fmla="val 4211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2816352"/>
            <a:ext cx="463235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SLA WATCHER: Ticket #TKT-8480 Unattended (26m 40s elapsed)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CRITICAL ESCALATION THRESHOLD IN 03:20 ]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 Dispatch NDRF 4th Bn (4.1 km away)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14400" y="3794760"/>
            <a:ext cx="490667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Multi-Agency Video-Wall Layout: Continuous high-density telemetry streaming across state disaster control rooms.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Haversine 1-Click Force Dispatch: Instant modal with unit readiness and route dispatching to field paramilitary units.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Unbacked Citizen Alert: Highlights brave citizen volunteers operating alone in dangerous floodwaters without NDRF backup.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186830" y="1508760"/>
            <a:ext cx="527243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5240">
            <a:solidFill>
              <a:srgbClr val="04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9710" y="1691640"/>
            <a:ext cx="49066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GIS TACTICAL SITUATION MAP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69710" y="2011680"/>
            <a:ext cx="4906670" cy="1600200"/>
          </a:xfrm>
          <a:prstGeom prst="roundRect">
            <a:avLst>
              <a:gd name="adj" fmla="val 2286"/>
            </a:avLst>
          </a:prstGeom>
          <a:solidFill>
            <a:srgbClr val="E2E8F0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2194560"/>
            <a:ext cx="2011680" cy="1234440"/>
          </a:xfrm>
          <a:prstGeom prst="ellipse">
            <a:avLst/>
          </a:prstGeom>
          <a:solidFill>
            <a:srgbClr val="FCA5A5"/>
          </a:solidFill>
          <a:ln w="19050">
            <a:solidFill>
              <a:srgbClr val="BE123C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7498080" y="2606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HAZARD ZONE (FLOOD RADIUS 3.5 km)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583680" y="21488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SOS (4)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692640" y="2148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⛺ Camp (340/500)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75120" y="32461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🚒 NDRF Team #2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69710" y="3794760"/>
            <a:ext cx="490667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Vector GIS Tile Cartography: Leaflet.js with custom color-coded map layers for SOS victims, camps, and flood perimeters.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Circular Geofences: Visualizes red/orange danger zones with automated evacuation distance warnings.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Audio Warning Synthesizer: Two-tone audible emergency chimes trigger synchronously on all active devices.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92608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20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REVIEW–1 EVALUATION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Review–1 Implementation Verification &amp; Benchmark Results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performance metrics, test cases, and delivery milestone audit.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291072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3642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| Real-Time Decentralized Disaster Relief Platform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6364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Review–1 | Candidate: Sanjay K (Reg No: 310624104619) | Dept of CSE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2895" y="63642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6733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51760" y="167335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SUB-100ms TARGET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51760" y="18928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Broadcast Latency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221992"/>
            <a:ext cx="48152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event distribution time from SOS ticket creation to volunteer browser reception across 500 simulated concurrent client nodes.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186830" y="150876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5430" y="16733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 ms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7070" y="167335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MATRIX BENCHMARK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07070" y="18928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Query Execution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15430" y="2221992"/>
            <a:ext cx="48152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spatial distance computation across 100 active relief centers and rescue teams executed in under 12 ms.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31520" y="301752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18211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651760" y="318211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INTEGRITY AUDIT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51760" y="34015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Race-Condition Isolation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730752"/>
            <a:ext cx="48152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assignments observed during 200 concurrent simulated simultaneous volunteer claims on identical distress tickets via row-level locks.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186830" y="3017520"/>
            <a:ext cx="527243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5430" y="318211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m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107070" y="318211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GEOLOCATION ACCURACY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107070" y="34015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Sensor Precision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15430" y="3730752"/>
            <a:ext cx="48152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browser location watcher achieves ≤10 meter circular accuracy in mobile trials, supported by interactive map pin verification.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731520" y="4754880"/>
            <a:ext cx="10728655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4892040"/>
            <a:ext cx="10271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REVIEW–2 (PHASE 2 TARGETS)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60120" y="5166360"/>
            <a:ext cx="102714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Dynamic Dijkstra &amp; A* Safe Evacuation Routing: Automated calculation of safe path corridors avoiding active flood hazard geofences.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Offline P2P Mesh Synchronization: WebRTC data channels for device-to-device ticket relays during complete cellular tower blackouts.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GSM / SMS Gateway Fallback: Twilio-powered emergency SMS bridge for feature phones without 4G/5G data connections.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3716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REVIEW–1 DEFENSE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provides a robust, real-time decentralized coordination platform designed to eliminate the fatal response void during the Golden Hour of disaster management. Phase 1 engineering milestones — spanning functional requirements, multi-tier system architecture, UML use case modeling, relational ER schema design, modular algorithmic pipelines, technology stack justifications, and working UI dashboards — are 100% verified and operational.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10728655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0604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GROUNDING &amp; FORMAL ENGINEERING SPECIFICATIONS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10180015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National Disaster Management Authority (NDMA), Government of India — "National Disaster Management Guidelines on Incident Response System (IRS)", Ministry of Home Affairs, 2021.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IEEE Standard 830-1998 — "IEEE Recommended Practice for Software Requirements Specifications (SRS)", Software Engineering Standards Committee.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IEEE Standard 1016-2009 — "IEEE Standard for Information Technology — Systems Design — Software Design Descriptions (SDD)".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S. Currion, C. Silva, and B. Van de Walle — "Open Source Software for Disaster Management", Communications of the ACM, Vol. 50, No. 3, 2007.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516636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OPEN FOR EVALUATION QUESTIONS &amp; SYSTEM DEMONSTRATION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566928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 Sanjay K | Register No: 310624104619 | Department of Computer Science &amp; 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Department of Computer Science and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ReliefLink - Project Review 1 Presentation</dc:title>
  <dc:subject>Project Review 1: Requirements, System Architecture, Use Case Diagram, ER Diagram, Module Description, Technology Stack, UI Design</dc:subject>
  <dc:creator>Sanjay K (310624104619)</dc:creator>
  <cp:lastModifiedBy>Sanjay K (310624104619)</cp:lastModifiedBy>
  <cp:revision>1</cp:revision>
  <dcterms:created xsi:type="dcterms:W3CDTF">2026-10-11T10:38:19Z</dcterms:created>
  <dcterms:modified xsi:type="dcterms:W3CDTF">2026-10-11T10:38:19Z</dcterms:modified>
</cp:coreProperties>
</file>